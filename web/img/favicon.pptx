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4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356" y="10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AB4445-1441-4807-BC42-9C89DCC2B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C3B3DE-C98E-4CB6-BDA3-E6F76DFCD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D8A719-68D7-4D2B-8D9C-EBC60A8CB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5CF2-8CEA-4F4D-944A-2859FAB4609D}" type="datetimeFigureOut">
              <a:rPr lang="de-AT" smtClean="0"/>
              <a:t>25.10.2019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D0B491-211B-4A0F-99C7-EA83D909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F93248-55F9-46AC-83BF-B697309E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CACDF-7986-4A20-8004-9E3F6461434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81920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C4C2CE-D89E-452C-AB60-97AAC696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39FF84-7AAE-4C26-965F-BCEB138F9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77CAD1-1A35-42E1-8EBD-E22634579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5CF2-8CEA-4F4D-944A-2859FAB4609D}" type="datetimeFigureOut">
              <a:rPr lang="de-AT" smtClean="0"/>
              <a:t>25.10.2019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C0CB23-45F1-463D-B9CB-9FD5FCA1F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C54E27-F965-4A33-B76A-662159FB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CACDF-7986-4A20-8004-9E3F6461434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5922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1D884-6106-4421-8447-F7AE149E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E1DD02-F0CC-46D7-B3D4-91D675113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9F9778-1D63-42AA-A1DF-2E1853460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5CF2-8CEA-4F4D-944A-2859FAB4609D}" type="datetimeFigureOut">
              <a:rPr lang="de-AT" smtClean="0"/>
              <a:t>25.10.2019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44829F-4DCA-4EB5-8CA6-B90B13B30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9CA228-2D11-4B4C-9702-D2DE3637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CACDF-7986-4A20-8004-9E3F6461434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91089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E01A4F-A4E9-4553-BF9B-4E35F1A26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A4D018-2728-4350-A50E-0C83EA516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BFB2D6A-4699-4718-8A9C-C6D49F9C6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34FD3F-F04E-4275-BAE4-4EC913B1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5CF2-8CEA-4F4D-944A-2859FAB4609D}" type="datetimeFigureOut">
              <a:rPr lang="de-AT" smtClean="0"/>
              <a:t>25.10.2019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6BADC8-1F25-428B-8F27-8EB27B59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6BA778-28C6-49B5-ABB0-8C755DF7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CACDF-7986-4A20-8004-9E3F6461434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9534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4AB7A6-65CA-4321-98E7-0FF54C8DB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8D22C0-BE8E-4161-A208-EAC36ABDA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F4A2755-69E7-4CD5-A68C-05428BCD5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C6C222-3DD0-4113-B05D-06BFA0250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E31A1AE-D130-4D75-84FE-2F3FBB2E4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F250FD9-8005-4708-8448-250778271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5CF2-8CEA-4F4D-944A-2859FAB4609D}" type="datetimeFigureOut">
              <a:rPr lang="de-AT" smtClean="0"/>
              <a:t>25.10.2019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1D39A34-7CA0-451E-B2C6-07218B3F6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D24A34-562F-4A0F-971E-4D2E2A4B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CACDF-7986-4A20-8004-9E3F6461434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97407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B939-13BA-413B-9571-A55FDC88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C45812-5A84-4398-926C-D5207B4B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5CF2-8CEA-4F4D-944A-2859FAB4609D}" type="datetimeFigureOut">
              <a:rPr lang="de-AT" smtClean="0"/>
              <a:t>25.10.2019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B7AF80F-4F40-4F64-A7DC-A64571E61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363894-AA01-48EC-B975-879F8D85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CACDF-7986-4A20-8004-9E3F6461434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04146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C360C32-FBDB-43ED-84FB-65E6C6BD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5CF2-8CEA-4F4D-944A-2859FAB4609D}" type="datetimeFigureOut">
              <a:rPr lang="de-AT" smtClean="0"/>
              <a:t>25.10.2019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DE8FCD-35DF-49DD-BC13-C2ADAAE7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4653F7-A75F-4EFF-9780-FF09BEDAF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CACDF-7986-4A20-8004-9E3F6461434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67692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8AFC3-0DAC-4420-A933-C5C62DE54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A0F6B7-9255-48C1-906E-984FD811C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FE90DA-56CA-4FE0-8A83-69C6E059E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4796DE-FEF4-474A-BA77-9C1A98F46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5CF2-8CEA-4F4D-944A-2859FAB4609D}" type="datetimeFigureOut">
              <a:rPr lang="de-AT" smtClean="0"/>
              <a:t>25.10.2019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3599FF-955E-440E-9668-6F977C37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FA09CA-6F1C-40F6-9960-F3ADE7F8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CACDF-7986-4A20-8004-9E3F6461434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38498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68DE8-EE1C-4EB1-B50A-E3BEE2A0B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07B7141-32A6-4E69-B165-0828B7DA55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98E0AB2-86DE-41B8-B8A9-3BE4E33FD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E52DCB-179E-4DD3-AF29-02BC1CCAF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5CF2-8CEA-4F4D-944A-2859FAB4609D}" type="datetimeFigureOut">
              <a:rPr lang="de-AT" smtClean="0"/>
              <a:t>25.10.2019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9F800B-BF24-4AEC-9146-818DD4BF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F754B7-E966-4824-A4D9-D2720330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CACDF-7986-4A20-8004-9E3F6461434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8754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0D808-60B4-4A8D-BCF6-4B1830D25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A90CFC8-48B8-462D-A41A-53E47556D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A876CF-7C1C-4D7E-B722-03B9520FF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5CF2-8CEA-4F4D-944A-2859FAB4609D}" type="datetimeFigureOut">
              <a:rPr lang="de-AT" smtClean="0"/>
              <a:t>25.10.2019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0CEB87-3E7C-4D14-985A-194C2E03C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767B5E-3B62-4108-933F-0C76712D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CACDF-7986-4A20-8004-9E3F6461434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96385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29AA294-C2F6-4A4B-90E7-F0FD2C2036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F6D4E73-2397-48B8-B706-DB23DD6ED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391130-D3E3-4D2C-BD60-318EA5D7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5CF2-8CEA-4F4D-944A-2859FAB4609D}" type="datetimeFigureOut">
              <a:rPr lang="de-AT" smtClean="0"/>
              <a:t>25.10.2019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A1FD56-EAA6-4E76-A445-D9A0879C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F2411-FDC8-4D0F-B168-26DC9680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CACDF-7986-4A20-8004-9E3F6461434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9182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5D6BB62-BFEE-4BE9-9730-EBDDAEA35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B1E2C9-026F-443C-9CFB-C175D9DE9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921C92-1429-4CA7-A035-93E299942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15CF2-8CEA-4F4D-944A-2859FAB4609D}" type="datetimeFigureOut">
              <a:rPr lang="de-AT" smtClean="0"/>
              <a:t>25.10.2019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8CF2FC-28D4-4664-97EE-2704975F8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E15A44-4458-4A95-8048-984D21511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CACDF-7986-4A20-8004-9E3F6461434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0057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3D395F96-CDE0-4274-AA32-E82BFFCA6FC4}"/>
              </a:ext>
            </a:extLst>
          </p:cNvPr>
          <p:cNvSpPr/>
          <p:nvPr/>
        </p:nvSpPr>
        <p:spPr>
          <a:xfrm>
            <a:off x="4542969" y="624114"/>
            <a:ext cx="3106062" cy="413660"/>
          </a:xfrm>
          <a:prstGeom prst="round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35022042-EA60-40C7-B33A-D05489851E17}"/>
              </a:ext>
            </a:extLst>
          </p:cNvPr>
          <p:cNvSpPr/>
          <p:nvPr/>
        </p:nvSpPr>
        <p:spPr>
          <a:xfrm>
            <a:off x="4610100" y="933454"/>
            <a:ext cx="2970000" cy="2011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D2EDC4F3-B5D5-4181-9A0E-3D400A9AC22A}"/>
              </a:ext>
            </a:extLst>
          </p:cNvPr>
          <p:cNvSpPr/>
          <p:nvPr/>
        </p:nvSpPr>
        <p:spPr>
          <a:xfrm>
            <a:off x="3940629" y="1273629"/>
            <a:ext cx="4310742" cy="4310742"/>
          </a:xfrm>
          <a:prstGeom prst="roundRect">
            <a:avLst>
              <a:gd name="adj" fmla="val 8249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F1EBD0F-FA38-4993-BC97-15C79CA6DF1D}"/>
              </a:ext>
            </a:extLst>
          </p:cNvPr>
          <p:cNvSpPr/>
          <p:nvPr/>
        </p:nvSpPr>
        <p:spPr>
          <a:xfrm>
            <a:off x="4223657" y="1582058"/>
            <a:ext cx="3744686" cy="213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09D5042-D2B9-48D8-84CB-D1B7840878D3}"/>
              </a:ext>
            </a:extLst>
          </p:cNvPr>
          <p:cNvSpPr/>
          <p:nvPr/>
        </p:nvSpPr>
        <p:spPr>
          <a:xfrm>
            <a:off x="4224995" y="4192814"/>
            <a:ext cx="914400" cy="9144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ADC461A-4127-4EA1-8BA3-79FFA1C764E8}"/>
              </a:ext>
            </a:extLst>
          </p:cNvPr>
          <p:cNvSpPr/>
          <p:nvPr/>
        </p:nvSpPr>
        <p:spPr>
          <a:xfrm>
            <a:off x="7052606" y="4192814"/>
            <a:ext cx="914400" cy="9144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/>
          </a:p>
        </p:txBody>
      </p:sp>
      <p:sp>
        <p:nvSpPr>
          <p:cNvPr id="8" name="Parallelogramm 7">
            <a:extLst>
              <a:ext uri="{FF2B5EF4-FFF2-40B4-BE49-F238E27FC236}">
                <a16:creationId xmlns:a16="http://schemas.microsoft.com/office/drawing/2014/main" id="{4131E2A7-CC65-471E-93D2-EA711FD1D3F3}"/>
              </a:ext>
            </a:extLst>
          </p:cNvPr>
          <p:cNvSpPr/>
          <p:nvPr/>
        </p:nvSpPr>
        <p:spPr>
          <a:xfrm>
            <a:off x="4542971" y="5584371"/>
            <a:ext cx="275772" cy="464457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/>
          </a:p>
        </p:txBody>
      </p:sp>
      <p:sp>
        <p:nvSpPr>
          <p:cNvPr id="10" name="Parallelogramm 9">
            <a:extLst>
              <a:ext uri="{FF2B5EF4-FFF2-40B4-BE49-F238E27FC236}">
                <a16:creationId xmlns:a16="http://schemas.microsoft.com/office/drawing/2014/main" id="{E37CE2B5-D94A-4DF1-99AF-A0EE1E3A9544}"/>
              </a:ext>
            </a:extLst>
          </p:cNvPr>
          <p:cNvSpPr/>
          <p:nvPr/>
        </p:nvSpPr>
        <p:spPr>
          <a:xfrm flipV="1">
            <a:off x="7373259" y="5584370"/>
            <a:ext cx="275772" cy="464457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37B92447-EF36-4A2C-AA44-94E18837C822}"/>
              </a:ext>
            </a:extLst>
          </p:cNvPr>
          <p:cNvCxnSpPr>
            <a:stCxn id="11" idx="0"/>
            <a:endCxn id="4" idx="0"/>
          </p:cNvCxnSpPr>
          <p:nvPr/>
        </p:nvCxnSpPr>
        <p:spPr>
          <a:xfrm>
            <a:off x="6096000" y="624114"/>
            <a:ext cx="0" cy="649515"/>
          </a:xfrm>
          <a:prstGeom prst="line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198580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Huemer Erik Roman</dc:creator>
  <cp:lastModifiedBy>Huemer Erik Roman</cp:lastModifiedBy>
  <cp:revision>3</cp:revision>
  <dcterms:created xsi:type="dcterms:W3CDTF">2019-10-25T07:08:05Z</dcterms:created>
  <dcterms:modified xsi:type="dcterms:W3CDTF">2019-10-25T07:28:49Z</dcterms:modified>
</cp:coreProperties>
</file>